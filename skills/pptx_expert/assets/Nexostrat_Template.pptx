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114800"/>
            <a:ext cx="3749040" cy="2743200"/>
          </a:xfrm>
          <a:prstGeom prst="rect">
            <a:avLst/>
          </a:prstGeom>
          <a:solidFill>
            <a:srgbClr val="0D4A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48840"/>
            <a:ext cx="594360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5" name="Image 0" descr="/sessions/stoic-beautiful-turing/mnt/.claude/skills/nexostrat-pptx-expert/assets/logos/Nexostrat_Logo_Fondo_Midnight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1362456" cy="30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 de la Presentación]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[Subtítulo · Cliente]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4622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Crece sin contratar. Escala sin complicarte.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[Mes Año]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875520" y="5852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61520" cy="2743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Arctic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888797"/>
            <a:ext cx="64008" cy="5120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888797"/>
            <a:ext cx="10954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58368" y="1528877"/>
            <a:ext cx="10954512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" y="1693469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44168" y="1711757"/>
            <a:ext cx="1013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Contexto y situación actual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2370125"/>
            <a:ext cx="10954512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" y="2534717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44168" y="2553005"/>
            <a:ext cx="1013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Oportunidades identificadas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" y="3211373"/>
            <a:ext cx="10954512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" y="3375965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44168" y="3394253"/>
            <a:ext cx="1013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 de solución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" y="4052621"/>
            <a:ext cx="10954512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" y="4217213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44168" y="4235501"/>
            <a:ext cx="1013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Hoja de ruta y próximos pasos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4893869"/>
            <a:ext cx="10954512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795528" y="5058461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44168" y="5076749"/>
            <a:ext cx="10131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Inversión y resultados esperados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3931920" cy="6858000"/>
          </a:xfrm>
          <a:prstGeom prst="rect">
            <a:avLst/>
          </a:prstGeom>
          <a:solidFill>
            <a:srgbClr val="0D4A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5597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97601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029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9300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[Nombre de la Sección]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breve de lo que cubre esta sección]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 del Checkpoint]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3456432"/>
            <a:ext cx="5029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657600"/>
            <a:ext cx="54864" cy="502920"/>
          </a:xfrm>
          <a:prstGeom prst="rect">
            <a:avLst/>
          </a:prstGeom>
          <a:solidFill>
            <a:srgbClr val="F0FB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 punto clave de esta sección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3657600"/>
            <a:ext cx="54864" cy="502920"/>
          </a:xfrm>
          <a:prstGeom prst="rect">
            <a:avLst/>
          </a:prstGeom>
          <a:solidFill>
            <a:srgbClr val="F0FBFF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Segundo punto clave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3657600"/>
            <a:ext cx="54864" cy="502920"/>
          </a:xfrm>
          <a:prstGeom prst="rect">
            <a:avLst/>
          </a:prstGeom>
          <a:solidFill>
            <a:srgbClr val="F0FBFF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3657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Tercer punto clave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61520" cy="2743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Arctic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57200" y="888797"/>
            <a:ext cx="64008" cy="5102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888797"/>
            <a:ext cx="10954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 del Slide]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58368" y="1675181"/>
            <a:ext cx="228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574597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Primer punto principal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940357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del primer punto. Máximo dos líneas de texto para mantener la claridad del slide.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" y="2553005"/>
            <a:ext cx="10954512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" y="2790749"/>
            <a:ext cx="228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690165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Segundo punto principal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3055925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del segundo punto. Conciso y orientado a resultados.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" y="3668573"/>
            <a:ext cx="10954512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" y="3906317"/>
            <a:ext cx="228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805733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Tercer punto principal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05840" y="4171493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del tercer punto. Datos concretos cuando sea posible.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784141"/>
            <a:ext cx="10954512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368" y="5021885"/>
            <a:ext cx="228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4921301"/>
            <a:ext cx="10588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Cuarto punto principal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5840" y="5287061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del cuarto punto. Si hay más de 4, dividir en dos slides.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61520" cy="2743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Arctic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8368" y="888797"/>
            <a:ext cx="10954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[Comparación / Dos Perspectivas]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58368" y="1528877"/>
            <a:ext cx="5294376" cy="475488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" y="1528877"/>
            <a:ext cx="64008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592885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Columna 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2004365"/>
            <a:ext cx="5294376" cy="987552"/>
          </a:xfrm>
          <a:prstGeom prst="rect">
            <a:avLst/>
          </a:prstGeom>
          <a:solidFill>
            <a:srgbClr val="F0FB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443277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2132381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083357"/>
            <a:ext cx="5294376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" y="3522269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3211373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4162349"/>
            <a:ext cx="5294376" cy="987552"/>
          </a:xfrm>
          <a:prstGeom prst="rect">
            <a:avLst/>
          </a:prstGeom>
          <a:solidFill>
            <a:srgbClr val="F0FB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4601261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290365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8368" y="5241341"/>
            <a:ext cx="5294376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822960" y="5680253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5369357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4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18504" y="1528877"/>
            <a:ext cx="5294376" cy="475488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22" name="Shape 19"/>
          <p:cNvSpPr/>
          <p:nvPr/>
        </p:nvSpPr>
        <p:spPr>
          <a:xfrm>
            <a:off x="6318504" y="1528877"/>
            <a:ext cx="64008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0"/>
          <p:cNvSpPr/>
          <p:nvPr/>
        </p:nvSpPr>
        <p:spPr>
          <a:xfrm>
            <a:off x="6501384" y="1592885"/>
            <a:ext cx="5065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Columna B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318504" y="2004365"/>
            <a:ext cx="5294376" cy="9875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2"/>
          <p:cNvSpPr/>
          <p:nvPr/>
        </p:nvSpPr>
        <p:spPr>
          <a:xfrm>
            <a:off x="6483096" y="2443277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6775704" y="2132381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1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18504" y="3083357"/>
            <a:ext cx="5294376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6483096" y="3522269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6"/>
          <p:cNvSpPr/>
          <p:nvPr/>
        </p:nvSpPr>
        <p:spPr>
          <a:xfrm>
            <a:off x="6775704" y="3211373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2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18504" y="4162349"/>
            <a:ext cx="5294376" cy="9875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8"/>
          <p:cNvSpPr/>
          <p:nvPr/>
        </p:nvSpPr>
        <p:spPr>
          <a:xfrm>
            <a:off x="6483096" y="4601261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29"/>
          <p:cNvSpPr/>
          <p:nvPr/>
        </p:nvSpPr>
        <p:spPr>
          <a:xfrm>
            <a:off x="6775704" y="4290365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3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18504" y="5241341"/>
            <a:ext cx="5294376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1"/>
          <p:cNvSpPr/>
          <p:nvPr/>
        </p:nvSpPr>
        <p:spPr>
          <a:xfrm>
            <a:off x="6483096" y="5680253"/>
            <a:ext cx="1828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2"/>
          <p:cNvSpPr/>
          <p:nvPr/>
        </p:nvSpPr>
        <p:spPr>
          <a:xfrm>
            <a:off x="6775704" y="5369357"/>
            <a:ext cx="4727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Item 4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Midnight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43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[Título: Resultados / Impacto]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98448"/>
            <a:ext cx="73152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554480"/>
            <a:ext cx="3651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83%</a:t>
            </a:r>
            <a:endParaRPr lang="en-US" sz="8000" dirty="0"/>
          </a:p>
        </p:txBody>
      </p:sp>
      <p:sp>
        <p:nvSpPr>
          <p:cNvPr id="7" name="Shape 4"/>
          <p:cNvSpPr/>
          <p:nvPr/>
        </p:nvSpPr>
        <p:spPr>
          <a:xfrm>
            <a:off x="475488" y="3246120"/>
            <a:ext cx="18257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3401568"/>
            <a:ext cx="3651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[Label KPI 1]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5488" y="3913632"/>
            <a:ext cx="3514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breve del contexto de esta estadística.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81272" y="1554480"/>
            <a:ext cx="18288" cy="4114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4172712" y="1554480"/>
            <a:ext cx="3651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3×</a:t>
            </a:r>
            <a:endParaRPr lang="en-US" sz="8000" dirty="0"/>
          </a:p>
        </p:txBody>
      </p:sp>
      <p:sp>
        <p:nvSpPr>
          <p:cNvPr id="12" name="Shape 9"/>
          <p:cNvSpPr/>
          <p:nvPr/>
        </p:nvSpPr>
        <p:spPr>
          <a:xfrm>
            <a:off x="4172712" y="3246120"/>
            <a:ext cx="18257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4172712" y="3401568"/>
            <a:ext cx="3651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[Label KPI 2]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172712" y="3913632"/>
            <a:ext cx="3514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breve del contexto de esta estadística.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8496" y="1554480"/>
            <a:ext cx="18288" cy="4114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7869936" y="1554480"/>
            <a:ext cx="3651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16h</a:t>
            </a:r>
            <a:endParaRPr lang="en-US" sz="8000" dirty="0"/>
          </a:p>
        </p:txBody>
      </p:sp>
      <p:sp>
        <p:nvSpPr>
          <p:cNvPr id="17" name="Shape 14"/>
          <p:cNvSpPr/>
          <p:nvPr/>
        </p:nvSpPr>
        <p:spPr>
          <a:xfrm>
            <a:off x="7869936" y="3246120"/>
            <a:ext cx="18257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7869936" y="3401568"/>
            <a:ext cx="3651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[Label KPI 3]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869936" y="3913632"/>
            <a:ext cx="3514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 breve del contexto de esta estadística.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61520" cy="2743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Arctic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8368" y="888797"/>
            <a:ext cx="10954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[Título: Nuestro Proceso]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58368" y="1711757"/>
            <a:ext cx="2738628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11757"/>
            <a:ext cx="273862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876349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41248" y="2735885"/>
            <a:ext cx="24643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3430829"/>
            <a:ext cx="1232383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586277"/>
            <a:ext cx="24185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paso]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96996" y="2809037"/>
            <a:ext cx="137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0"/>
          <p:cNvSpPr/>
          <p:nvPr/>
        </p:nvSpPr>
        <p:spPr>
          <a:xfrm>
            <a:off x="3534156" y="1711757"/>
            <a:ext cx="27386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34156" y="1711757"/>
            <a:ext cx="273862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2"/>
          <p:cNvSpPr/>
          <p:nvPr/>
        </p:nvSpPr>
        <p:spPr>
          <a:xfrm>
            <a:off x="3717036" y="1876349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3717036" y="2735885"/>
            <a:ext cx="24643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Diseño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17036" y="3430829"/>
            <a:ext cx="1232383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3717036" y="3586277"/>
            <a:ext cx="24185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paso]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72784" y="2809037"/>
            <a:ext cx="137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9944" y="1711757"/>
            <a:ext cx="2738628" cy="4206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9944" y="1711757"/>
            <a:ext cx="273862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19"/>
          <p:cNvSpPr/>
          <p:nvPr/>
        </p:nvSpPr>
        <p:spPr>
          <a:xfrm>
            <a:off x="6592824" y="1876349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6592824" y="2735885"/>
            <a:ext cx="24643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Implementación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92824" y="3430829"/>
            <a:ext cx="1232383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2"/>
          <p:cNvSpPr/>
          <p:nvPr/>
        </p:nvSpPr>
        <p:spPr>
          <a:xfrm>
            <a:off x="6592824" y="3586277"/>
            <a:ext cx="24185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paso]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148572" y="2809037"/>
            <a:ext cx="1371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Shape 24"/>
          <p:cNvSpPr/>
          <p:nvPr/>
        </p:nvSpPr>
        <p:spPr>
          <a:xfrm>
            <a:off x="9285732" y="1711757"/>
            <a:ext cx="273862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85732" y="1711757"/>
            <a:ext cx="273862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6"/>
          <p:cNvSpPr/>
          <p:nvPr/>
        </p:nvSpPr>
        <p:spPr>
          <a:xfrm>
            <a:off x="9468612" y="1876349"/>
            <a:ext cx="24643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0" name="Text 27"/>
          <p:cNvSpPr/>
          <p:nvPr/>
        </p:nvSpPr>
        <p:spPr>
          <a:xfrm>
            <a:off x="9468612" y="2735885"/>
            <a:ext cx="24643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Medición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468612" y="3430829"/>
            <a:ext cx="1232383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29"/>
          <p:cNvSpPr/>
          <p:nvPr/>
        </p:nvSpPr>
        <p:spPr>
          <a:xfrm>
            <a:off x="9468612" y="3586277"/>
            <a:ext cx="24185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paso]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4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164592" cy="3474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[Texto de la cita o testimonial del cliente.]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3657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[Nombre del Cliente]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[Cargo · Empresa]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0" y="6492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61520" cy="2743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Arctic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58368" y="888797"/>
            <a:ext cx="10954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[Título: Beneficios / Características]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58368" y="1528877"/>
            <a:ext cx="5340096" cy="2413102"/>
          </a:xfrm>
          <a:prstGeom prst="rect">
            <a:avLst/>
          </a:prstGeom>
          <a:solidFill>
            <a:srgbClr val="F0FB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528877"/>
            <a:ext cx="534009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1693469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59536" y="2242109"/>
            <a:ext cx="5020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Beneficio 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59536" y="2699309"/>
            <a:ext cx="1869034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" y="2827325"/>
            <a:ext cx="5020056" cy="96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beneficio]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72784" y="1528877"/>
            <a:ext cx="5340096" cy="2413102"/>
          </a:xfrm>
          <a:prstGeom prst="rect">
            <a:avLst/>
          </a:prstGeom>
          <a:solidFill>
            <a:srgbClr val="F0FB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72784" y="1528877"/>
            <a:ext cx="534009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1693469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73952" y="2242109"/>
            <a:ext cx="5020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Beneficio 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73952" y="2699309"/>
            <a:ext cx="1869034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2827325"/>
            <a:ext cx="5020056" cy="96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beneficio]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" y="4198010"/>
            <a:ext cx="5340096" cy="241310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4198010"/>
            <a:ext cx="534009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" y="436260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59536" y="4911242"/>
            <a:ext cx="5020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Beneficio 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9536" y="5368442"/>
            <a:ext cx="1869034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0"/>
          <p:cNvSpPr/>
          <p:nvPr/>
        </p:nvSpPr>
        <p:spPr>
          <a:xfrm>
            <a:off x="859536" y="5496458"/>
            <a:ext cx="5020056" cy="96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beneficio]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72784" y="4198010"/>
            <a:ext cx="5340096" cy="241310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72784" y="4198010"/>
            <a:ext cx="534009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6473952" y="436260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473952" y="4911242"/>
            <a:ext cx="5020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Beneficio 4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73952" y="5368442"/>
            <a:ext cx="1869034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6"/>
          <p:cNvSpPr/>
          <p:nvPr/>
        </p:nvSpPr>
        <p:spPr>
          <a:xfrm>
            <a:off x="6473952" y="5496458"/>
            <a:ext cx="5020056" cy="96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beneficio]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"/>
            <a:ext cx="12161520" cy="2743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Arctic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0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530352"/>
            <a:ext cx="5303520" cy="6327648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6" name="Shape 3"/>
          <p:cNvSpPr/>
          <p:nvPr/>
        </p:nvSpPr>
        <p:spPr>
          <a:xfrm>
            <a:off x="5303520" y="530352"/>
            <a:ext cx="109728" cy="63276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341985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 IMAGEN ]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059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Reemplazar con foto o gráfico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23560" y="685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[Título del contenido]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623560" y="1371600"/>
            <a:ext cx="2715768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Shape 8"/>
          <p:cNvSpPr/>
          <p:nvPr/>
        </p:nvSpPr>
        <p:spPr>
          <a:xfrm>
            <a:off x="5623560" y="1600200"/>
            <a:ext cx="54864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160020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[Punto 1]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23560" y="2834640"/>
            <a:ext cx="54864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83464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[Punto 2]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23560" y="4069080"/>
            <a:ext cx="54864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406908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[Punto 3]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/sessions/stoic-beautiful-turing/mnt/.claude/skills/nexostrat-pptx-expert/assets/logos/Nexostrat_Logo_Fondo_Midnight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1362456" cy="30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¿Empezamos?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457200" y="2606040"/>
            <a:ext cx="64008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788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[Descripción del siguiente paso — 1-2 oraciones concretas]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384048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661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[Agendar diagnóstico gratuito]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nexostrat.com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contacto@nexostrat.com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B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WhatsApp: +57 [número]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5029200"/>
            <a:ext cx="89812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al terminar el diagnóstico no identificamos una oportunidad concreta, no continuamos.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6692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Crece sin contratar. Escala sin complicarte.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Nexostrat — Template Base</dc:title>
  <dc:subject>PptxGenJS Presentation</dc:subject>
  <dc:creator>Nexostrat</dc:creator>
  <cp:lastModifiedBy>Nexostrat</cp:lastModifiedBy>
  <cp:revision>1</cp:revision>
  <dcterms:created xsi:type="dcterms:W3CDTF">2026-05-19T21:58:22Z</dcterms:created>
  <dcterms:modified xsi:type="dcterms:W3CDTF">2026-05-19T21:58:22Z</dcterms:modified>
</cp:coreProperties>
</file>